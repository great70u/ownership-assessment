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zinkro_logos/04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2286000"/>
            <a:ext cx="4754880" cy="15215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127602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intelligent operating system for your money.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0" y="60350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Brand Overview —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money in Nigeria means juggling a dozen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apps, statements, and a flood of bank SMS alerts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691640" y="2286000"/>
            <a:ext cx="1005840" cy="10058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deck_assets/icon_recei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2496312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4290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40690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SMS &amp; email alerts every month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48006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...that no one has time to read or log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77840" y="2286000"/>
            <a:ext cx="1005840" cy="10058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9" name="Image 1" descr="/home/claude/deck_assets/icon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2496312"/>
            <a:ext cx="585216" cy="5852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89120" y="34290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4389120" y="40690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enjoy manual spreadsheets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389120" y="48006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give up tracking within weeks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9464040" y="2286000"/>
            <a:ext cx="1005840" cy="10058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/home/claude/deck_assets/icon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2" y="2496312"/>
            <a:ext cx="585216" cy="5852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75320" y="34290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400" dirty="0"/>
          </a:p>
        </p:txBody>
      </p:sp>
      <p:sp>
        <p:nvSpPr>
          <p:cNvPr id="16" name="Text 11"/>
          <p:cNvSpPr/>
          <p:nvPr/>
        </p:nvSpPr>
        <p:spPr>
          <a:xfrm>
            <a:off x="8275320" y="40690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my money actually go?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275320" y="48006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single, trustworthy picture of spending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people lose touch with their own finances — and miss the small leaks that add up.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Zinkro reads your bank alerts so you don't have 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steps. Zero manual entry.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25780" y="2148840"/>
            <a:ext cx="33375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5820" y="2468880"/>
            <a:ext cx="731520" cy="731520"/>
          </a:xfrm>
          <a:prstGeom prst="ellipse">
            <a:avLst/>
          </a:prstGeom>
          <a:solidFill>
            <a:srgbClr val="3D7FFF"/>
          </a:solidFill>
          <a:ln/>
        </p:spPr>
      </p:sp>
      <p:pic>
        <p:nvPicPr>
          <p:cNvPr id="6" name="Image 0" descr="/home/claude/deck_assets/icon_s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6151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232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45820" y="33832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once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5820" y="393192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Zinkro securely reads SMS &amp; email alerts from GTBank, Access, Zenith and other major banks.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6334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411980" y="2148840"/>
            <a:ext cx="33375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32020" y="2468880"/>
            <a:ext cx="731520" cy="731520"/>
          </a:xfrm>
          <a:prstGeom prst="ellipse">
            <a:avLst/>
          </a:prstGeom>
          <a:solidFill>
            <a:srgbClr val="00D4D4"/>
          </a:solidFill>
          <a:ln/>
        </p:spPr>
      </p:sp>
      <p:pic>
        <p:nvPicPr>
          <p:cNvPr id="13" name="Image 1" descr="/home/claude/deck_assets/icon_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324" y="261518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094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732020" y="33832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categorizes automatically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732020" y="393192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is parsed, categorized, and matched to budgets — Feeding, Transport, Rent, Utilities and more.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74954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8298180" y="2148840"/>
            <a:ext cx="33375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18220" y="2468880"/>
            <a:ext cx="731520" cy="731520"/>
          </a:xfrm>
          <a:prstGeom prst="ellipse">
            <a:avLst/>
          </a:prstGeom>
          <a:solidFill>
            <a:srgbClr val="3D7FFF"/>
          </a:solidFill>
          <a:ln/>
        </p:spPr>
      </p:sp>
      <p:pic>
        <p:nvPicPr>
          <p:cNvPr id="20" name="Image 2" descr="/home/claude/deck_assets/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524" y="2615184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9956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8618220" y="33832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insights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618220" y="393192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reviews, spending forecasts, savings nudges, and an AI assistant that knows your finances.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0" y="585216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3D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it all, automatically.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</a:t>
            </a:r>
            <a:endParaRPr lang="en-US" sz="3000" dirty="0"/>
          </a:p>
        </p:txBody>
      </p:sp>
      <p:pic>
        <p:nvPicPr>
          <p:cNvPr id="3" name="Image 0" descr="/mnt/user-data/outputs/zinkro_logos/04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94560"/>
            <a:ext cx="3840480" cy="12289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78927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 keep tally, automatically.”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4337914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Pulse Bracket: brackets represent automatic capture; the pulse line represents financial activity.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52160" y="13716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0F1115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18288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Charcoal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943600" y="204825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6F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#0F1115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434072" y="13716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25512" y="18288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525512" y="204825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6F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#181B22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9015984" y="13716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3D7FFF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07424" y="18288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Blue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107424" y="204825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6F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#3D7FFF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852160" y="2450592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00D4D4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29077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43600" y="312724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115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#00D4D4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434072" y="2450592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25512" y="29077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Off-White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525512" y="312724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115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#F5F6FA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9015984" y="2450592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07424" y="29077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107424" y="312724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115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#34D399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852160" y="3529584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B84D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0" y="398678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943600" y="420624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115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#FFB84D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7434072" y="3529584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25512" y="398678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525512" y="420624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115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#FF6B6B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9015984" y="3529584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9B7EDE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107424" y="398678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9107424" y="420624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115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#9B7EDE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852160" y="4745736"/>
            <a:ext cx="4581144" cy="1417320"/>
          </a:xfrm>
          <a:prstGeom prst="roundRect">
            <a:avLst>
              <a:gd name="adj" fmla="val 5161"/>
            </a:avLst>
          </a:prstGeom>
          <a:solidFill>
            <a:srgbClr val="181B22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80760" y="48828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6080760" y="53126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&amp; display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080760" y="561441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7680960" y="57332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 &amp; numerals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Design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set of tokens, components, and patterns powers mobile and web alike.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3093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zinkro_design_system/02_ecosyst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057400"/>
            <a:ext cx="585216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32320" y="1874520"/>
            <a:ext cx="365760" cy="365760"/>
          </a:xfrm>
          <a:prstGeom prst="ellipse">
            <a:avLst/>
          </a:prstGeom>
          <a:solidFill>
            <a:srgbClr val="3D7FFF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35240" y="18288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by default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35240" y="221284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Charcoal canvas with electric blue &amp; teal accents — designed for long, comfortable sessions; light mode fully supported.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132320" y="3017520"/>
            <a:ext cx="365760" cy="365760"/>
          </a:xfrm>
          <a:prstGeom prst="ellipse">
            <a:avLst/>
          </a:prstGeom>
          <a:solidFill>
            <a:srgbClr val="3D7FFF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35240" y="29718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component library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635240" y="335584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Buttons, cards, charts, modals, and AI components share the same tokens for spacing, radius, and color across every screen.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132320" y="4160520"/>
            <a:ext cx="365760" cy="365760"/>
          </a:xfrm>
          <a:prstGeom prst="ellipse">
            <a:avLst/>
          </a:prstGeom>
          <a:solidFill>
            <a:srgbClr val="3D7FFF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35240" y="41148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by design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635240" y="449884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combinations meet AA contrast standards; every interactive element has clear focus and hover states.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132320" y="5303520"/>
            <a:ext cx="365760" cy="365760"/>
          </a:xfrm>
          <a:prstGeom prst="ellipse">
            <a:avLst/>
          </a:prstGeom>
          <a:solidFill>
            <a:srgbClr val="3D7FFF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635240" y="52578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mobile to web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635240" y="564184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information architecture scales from a 375px phone frame to a full desktop dashboard with persistent side panels.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828800"/>
            <a:ext cx="1828800" cy="1828800"/>
          </a:xfrm>
          <a:prstGeom prst="ellipse">
            <a:avLst/>
          </a:prstGeom>
          <a:solidFill>
            <a:srgbClr val="181B22"/>
          </a:solidFill>
          <a:ln w="12700">
            <a:solidFill>
              <a:srgbClr val="2A2E37"/>
            </a:solidFill>
            <a:prstDash val="solid"/>
          </a:ln>
        </p:spPr>
      </p:sp>
      <p:pic>
        <p:nvPicPr>
          <p:cNvPr id="3" name="Image 0" descr="/mnt/user-data/outputs/zinkro_logos/01_circular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21945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93192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489204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screens, one continuous experience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Home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52915" y="1179576"/>
            <a:ext cx="2225509" cy="4498848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deck_assets/mobile_onboar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7779" y="1234440"/>
            <a:ext cx="2115781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07779" y="5733288"/>
            <a:ext cx="211578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507779" y="6080760"/>
            <a:ext cx="211578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12-screen guided setup, bank connection &amp; first insights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83096" y="1179576"/>
            <a:ext cx="2225509" cy="4498848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deck_assets/mobile_home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2115781" cy="4389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37960" y="5733288"/>
            <a:ext cx="211578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537960" y="6080760"/>
            <a:ext cx="211578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spending snapshot, goals &amp; AI highlights at a glance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&amp; Budgets / Goals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52915" y="1179576"/>
            <a:ext cx="2225509" cy="4498848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deck_assets/mobile_trans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7779" y="1234440"/>
            <a:ext cx="2115781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07779" y="5733288"/>
            <a:ext cx="211578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507779" y="6080760"/>
            <a:ext cx="211578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Auto-categorized feed with search, filters &amp; detail view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83096" y="1179576"/>
            <a:ext cx="2225509" cy="4498848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deck_assets/mobile_budgets_go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2115781" cy="4389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37960" y="5733288"/>
            <a:ext cx="211578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Goals &amp; Savings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537960" y="6080760"/>
            <a:ext cx="211578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budgets, goal rings, and automated savings rules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&amp; Profile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52915" y="1179576"/>
            <a:ext cx="2225509" cy="4498848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deck_assets/mobile_ai_assis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7779" y="1234440"/>
            <a:ext cx="2115781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07779" y="5733288"/>
            <a:ext cx="211578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507779" y="6080760"/>
            <a:ext cx="211578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coach with weekly reviews &amp; risk alerts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83096" y="1179576"/>
            <a:ext cx="2225509" cy="4498848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deck_assets/mobile_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2115781" cy="4389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37960" y="5733288"/>
            <a:ext cx="211578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Settings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537960" y="6080760"/>
            <a:ext cx="211578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Account, subscription, referrals — with live Dark / Light mode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828800"/>
            <a:ext cx="1828800" cy="1828800"/>
          </a:xfrm>
          <a:prstGeom prst="ellipse">
            <a:avLst/>
          </a:prstGeom>
          <a:solidFill>
            <a:srgbClr val="181B22"/>
          </a:solidFill>
          <a:ln w="12700">
            <a:solidFill>
              <a:srgbClr val="2A2E37"/>
            </a:solidFill>
            <a:prstDash val="solid"/>
          </a:ln>
        </p:spPr>
      </p:sp>
      <p:pic>
        <p:nvPicPr>
          <p:cNvPr id="3" name="Image 0" descr="/mnt/user-data/outputs/zinkro_logos/01_circular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21945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93192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Platform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489204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intelligence, full desktop power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worth, spending breakdown, budgets, transactions &amp; AI insights — all in one 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02536" y="1453896"/>
            <a:ext cx="8156448" cy="5138928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deck_assets/web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508760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&amp; Budgets / Goals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325880"/>
            <a:ext cx="5486400" cy="3463290"/>
          </a:xfrm>
          <a:prstGeom prst="roundRect">
            <a:avLst>
              <a:gd name="adj" fmla="val 13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deck_assets/web_trans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394960" cy="3371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90804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524637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Filterable, grouped ledger with a detail panel for recategorizing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63640" y="1325880"/>
            <a:ext cx="5486400" cy="3463290"/>
          </a:xfrm>
          <a:prstGeom prst="roundRect">
            <a:avLst>
              <a:gd name="adj" fmla="val 13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deck_assets/web_budge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394960" cy="33718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490804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Goals &amp; Savings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309360" y="524637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charts, goal progress, and automated savings rules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&amp; Reports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325880"/>
            <a:ext cx="5486400" cy="3463290"/>
          </a:xfrm>
          <a:prstGeom prst="roundRect">
            <a:avLst>
              <a:gd name="adj" fmla="val 13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deck_assets/web_ai_assis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394960" cy="3371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90804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524637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chat experience with conversation history &amp; quick actions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63640" y="1325880"/>
            <a:ext cx="5486400" cy="3463290"/>
          </a:xfrm>
          <a:prstGeom prst="roundRect">
            <a:avLst>
              <a:gd name="adj" fmla="val 13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deck_assets/web_repor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394960" cy="33718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490804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309360" y="524637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Monthly/quarterly/yearly trends with AI-written summaries &amp; export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security, connected accounts, notifications, billing &amp; live theme switching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02536" y="1453896"/>
            <a:ext cx="8156448" cy="5138928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deck_assets/web_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508760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Tracking: The Zinkro Platform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for a full financial operating system across Africa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25780" y="20116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81B22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" y="2240280"/>
            <a:ext cx="640080" cy="640080"/>
          </a:xfrm>
          <a:prstGeom prst="ellipse">
            <a:avLst/>
          </a:prstGeom>
          <a:solidFill>
            <a:srgbClr val="F5F6FA"/>
          </a:solidFill>
          <a:ln/>
        </p:spPr>
      </p:sp>
      <p:pic>
        <p:nvPicPr>
          <p:cNvPr id="6" name="Image 0" descr="/home/claude/deck_assets/icon_robo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23682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" y="2971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Zinkro 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4380" y="3337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financial coach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60420" y="20116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81B22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89020" y="2240280"/>
            <a:ext cx="640080" cy="640080"/>
          </a:xfrm>
          <a:prstGeom prst="ellipse">
            <a:avLst/>
          </a:prstGeom>
          <a:solidFill>
            <a:srgbClr val="F5F6FA"/>
          </a:solidFill>
          <a:ln/>
        </p:spPr>
      </p:sp>
      <p:pic>
        <p:nvPicPr>
          <p:cNvPr id="11" name="Image 1" descr="/home/claude/deck_assets/icon_wal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036" y="23682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9020" y="2971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89020" y="3337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 &amp; investment tracking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95060" y="20116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81B22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23660" y="2240280"/>
            <a:ext cx="640080" cy="640080"/>
          </a:xfrm>
          <a:prstGeom prst="ellipse">
            <a:avLst/>
          </a:prstGeom>
          <a:solidFill>
            <a:srgbClr val="F5F6FA"/>
          </a:solidFill>
          <a:ln/>
        </p:spPr>
      </p:sp>
      <p:pic>
        <p:nvPicPr>
          <p:cNvPr id="16" name="Image 2" descr="/home/claude/deck_assets/icon_briefc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36829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3660" y="2971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23660" y="3337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for freelancers &amp; SMEs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29700" y="20116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81B22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58300" y="2240280"/>
            <a:ext cx="640080" cy="640080"/>
          </a:xfrm>
          <a:prstGeom prst="ellipse">
            <a:avLst/>
          </a:prstGeom>
          <a:solidFill>
            <a:srgbClr val="F5F6FA"/>
          </a:solidFill>
          <a:ln/>
        </p:spPr>
      </p:sp>
      <p:pic>
        <p:nvPicPr>
          <p:cNvPr id="21" name="Image 3" descr="/home/claude/deck_assets/icon_creditc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6316" y="236829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58300" y="2971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258300" y="3337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Bills, transfers &amp; payments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25780" y="42519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81B22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54380" y="4480560"/>
            <a:ext cx="640080" cy="640080"/>
          </a:xfrm>
          <a:prstGeom prst="ellipse">
            <a:avLst/>
          </a:prstGeom>
          <a:solidFill>
            <a:srgbClr val="F5F6FA"/>
          </a:solidFill>
          <a:ln/>
        </p:spPr>
      </p:sp>
      <p:pic>
        <p:nvPicPr>
          <p:cNvPr id="26" name="Image 4" descr="/home/claude/deck_assets/icon_chartp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60857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54380" y="52120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754380" y="5577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investing &amp; portfolios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60420" y="42519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81B22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589020" y="4480560"/>
            <a:ext cx="640080" cy="640080"/>
          </a:xfrm>
          <a:prstGeom prst="ellipse">
            <a:avLst/>
          </a:prstGeom>
          <a:solidFill>
            <a:srgbClr val="F5F6FA"/>
          </a:solidFill>
          <a:ln/>
        </p:spPr>
      </p:sp>
      <p:pic>
        <p:nvPicPr>
          <p:cNvPr id="31" name="Image 5" descr="/home/claude/deck_assets/icon_handhold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608576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89020" y="52120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3589020" y="5577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&amp; access to loans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195060" y="42519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81B22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423660" y="4480560"/>
            <a:ext cx="640080" cy="640080"/>
          </a:xfrm>
          <a:prstGeom prst="ellipse">
            <a:avLst/>
          </a:prstGeom>
          <a:solidFill>
            <a:srgbClr val="F5F6FA"/>
          </a:solidFill>
          <a:ln/>
        </p:spPr>
      </p:sp>
      <p:pic>
        <p:nvPicPr>
          <p:cNvPr id="36" name="Image 6" descr="/home/claude/deck_assets/icon_glob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676" y="4608576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23660" y="52120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600" dirty="0"/>
          </a:p>
        </p:txBody>
      </p:sp>
      <p:sp>
        <p:nvSpPr>
          <p:cNvPr id="38" name="Text 29"/>
          <p:cNvSpPr/>
          <p:nvPr/>
        </p:nvSpPr>
        <p:spPr>
          <a:xfrm>
            <a:off x="6423660" y="5577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Cross-border, multi-currency support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it all, automatically.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9456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194560" y="352044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bank SMS/email parsing pilot with GTBank, Access Bank &amp; Zenith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of mobile onboarding &amp; AI Assistant with target segment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kickoff for core ledger, categorization engine &amp; web platform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sub-brand sequencing: Zinkro AI → Wealth → Pay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630936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zinkro.com  •  hello@zinkro.com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Zinkro — Product &amp; Brand Overview</dc:title>
  <dc:subject>PptxGenJS Presentation</dc:subject>
  <dc:creator>Zinkro</dc:creator>
  <cp:lastModifiedBy>Zinkro</cp:lastModifiedBy>
  <cp:revision>1</cp:revision>
  <dcterms:created xsi:type="dcterms:W3CDTF">2026-06-13T08:29:49Z</dcterms:created>
  <dcterms:modified xsi:type="dcterms:W3CDTF">2026-06-13T08:29:49Z</dcterms:modified>
</cp:coreProperties>
</file>